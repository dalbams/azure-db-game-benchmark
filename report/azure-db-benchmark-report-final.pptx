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Azure Database Benchmark — Game OLTP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Exp B: MySQL Flexible Server Premium SSD v1 vs v2   |   Exp A: PostgreSQL Flexible Server vs HorizonDB
Gate-validated open-loop measurements · 2026-08-25 UTC · Euson Internal Subscription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what was measured, what passed validation, what it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C1 @ 5,000/s: v2 vs v1 p99 +2.8% (CI [-44.7%, +156.4%]), p50 -28.6%;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C3 @ 5,000/s: v2 vs v1 p99 +41.9% (CI [+14.2%, +64.1%]), p50 -32.1%;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C5 @ 5,000/s: v2 vs v1 p99 +21.6% (CI [-11.3%, +118.6%]), p50 -34.0%; usable pairs 5/5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C5 @ 3,000/s: v2 vs v1 p99 -55.2% (CI [-62.5%, -43.7%]), p50 -17.9%;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C5 @ 2,000/s: v2 vs v1 p99 -8.6% (CI [-10.0%, -7.7%]), p50 -27.0%;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C7 @ 5,000/s: v2 vs v1 p99 +30.0% (CI [+26.6%, +32.7%]), p50 -33.7%;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C7 @ 3,000/s: v2 vs v1 p99 -33.4% (CI [-35.9%, -28.9%]), p50 -19.2%;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C1 @ 5,500/s: HorizonDB vs PG p99 -89.8% (CI [-95.2%, -84.0%]);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C5 @ 5,500/s: HorizonDB vs PG p99 -87.1% (CI [-93.3%, -75.2%]); usable pairs 2/5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C5 @ 3,300/s: HorizonDB vs PG p99 - (CI None); usable pairs 0/3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C5 @ 2,200/s: HorizonDB vs PG p99 -94.5% (CI [-99.7%, -71.8%]);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C7 @ 5,500/s: HorizonDB vs PG p99 -75.0% (CI [-94.0%, -46.4%]);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C7 @ 5,501/s: HorizonDB vs PG p99 - (CI None); usable pairs 0/3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C7 @ 3,300/s: HorizonDB vs PG p99 -76.8% (CI [-87.5%, -56.9%]); usable pairs 2/3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All reported numbers come only from runs that passed the hard validity gates (dataset ≥ 2× buffer pool, physical reads &gt; 0, client CPU &lt; 60%, errors &lt; 1%, steady state, server metrics aligned to the UTC window).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3 repetitions per cell (protocol baseline is 5) — CIs are wide; treat effects as directional unless the CI excludes 0.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A: HorizonDB's buffer cache (45 GB at 8 vCore, 90 GB at 16 vCore) exceeds the dataset — G1/G2 are soft-failed for HorizonDB; the comparison is 'storage-bound PG (P15 disk at 100% IOPS) vs cache-resident HorizonDB' at the same offered load. In C5, PG Flexible showed multi-second stalls in 2 of 3 reps (queue/latency gates failed → excluded), HorizonDB none.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S2 (write-heavy, 3,300/s): HorizonDB p99 ≈ 4 ms in all 3 reps; PG Flexible (P15 disk, IOPS 100%) stalled for seconds in every rep (p99 0.4–20 s, G4/G5 fail) → no usable pair, but the failure itself is the finding. Exp A C7 (No-HA, warm): PG p99 7–8 ms vs HorizonDB 3.7 ms (−75% [−94%, −46%]).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B: MySQL is storage-bound in both cases (16 vCore did not raise the knee); v2's median latency is consistently lower, but v2 showed a tail-latency degradation episode in the 3rd repetition of both C1 and C5 (dirty pages ↑, threads_running spikes) — root cause not established; needs a longer soak.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Method — how validity was enforced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traditional load-testing protocol + automated gates; pilots/smoke never appear in result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Workload: game OLTP schema (accounts/inventory/sessions/ledger/matches/leaderboard/guilds), random incompressible payloads; S1 mix = 65% read / 35% write (profile 30, inventory 20, leaderboard 10, guild 5, session upsert 10, inventory update 12, match result 8, purchase 5).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Key model: 20% of ops on a 50k-account hot set, 80% uniform over 2.5M accounts (top-1 key share ≈ 0.0004%).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Load: closed-loop staircase finds the knee → open-loop Poisson-ish arrivals at ≈65% of the lower arm's knee; latency measured from scheduled arrival (no coordinated omission); HDR histogram (µs); errors counted separately.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Concurrency: 256 dedicated connections per arm; queue pickup delay p99 gated &lt; 5 ms (no pool wait).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Warm-up until last-120 s throughput CV &lt; 5%, then 10-minute measurement; both arms run in the same wall-clock window; 3 repetitions.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Server evidence inside every run: SHOW GLOBAL STATUS / pg_stat_* every 5 s → read/write IOPS, buffer hit ratio; Azure Monitor sliced to the run window; Telegraf→InfluxDB→Grafana for live view.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Statistics: paired log-ratio per repetition → geometric-mean Δ%, seeded bootstrap 95% CI, per-arm CV; gate-failed runs excluded and listed.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6634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dataset ≥ 2× buffer pool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read IOPS &gt; 0 and hit ratio &lt; 99%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client CPU &lt; 60%, NIC &lt; 50% (measured)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queue pickup p99 &lt; 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errors &lt; 1%, timeouts &lt; 0.5%, drops &lt; 0.1%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≥3 server samples, 0 errors, UTC-aligned; Azure Monitor non-empty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steady state CV &lt; 5% before measuring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app invariants (ledger = spent, no negatives)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G10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≥ 95% of planned duration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environment &amp; confound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MySQL Flexible Server 8.4.9, Korea Central, Same-zone HA, storage 128 GiB, both arms 5,000 provisioned IOPS (same-IOPS cell)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  <a:gridCol w="28346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(Premium SSD v1)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(Premium SSD v2)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Controlled?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Standard_E8ds_v5 (8 vCore / 64 GiB) → C5: E16ds_v5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Standard_E8ds_v6 (8 vCore / 64 GiB) → C5: E16ds_v6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Generation differs (platform forces v6 for SSD v2) — confound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Premium_LRS 128 GiB, 5,000 IOPS (paid additional IOPS)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PremiumV2_LRS 128 GiB, 5,000 IOPS / 125 MB/s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IOPS matched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innodb_buffer_pool_size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 GiB (pinned)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 GiB (pinned)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controlled (pre-registered; default would be 48 GiB)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innodb_doublewrite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OFF (platform read-only)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ON (platform read-only)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cannot control — confound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24.4 GiB (3.05× buffer pool)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23.7 GiB (2.96× buffer pool)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 generator/seed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HA / zone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SameZone / zone 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SameZone / zone 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controlled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public endpoint + TLS from bench VM (D16ds_v5, same region)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controlled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overview across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arms: v1 = Premium SSD v1, v2 = Premium SSD v2 (same-IOPS 5,000)  |  medians of gate-passing repetitions; Δ = geometric-mean paired change of second arm vs first with 95% bootstrap 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704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548640"/>
                <a:gridCol w="1280160"/>
                <a:gridCol w="1280160"/>
                <a:gridCol w="1280160"/>
                <a:gridCol w="1371600"/>
                <a:gridCol w="1280160"/>
                <a:gridCol w="1280160"/>
                <a:gridCol w="1005840"/>
                <a:gridCol w="8229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Rate/s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p50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p95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p99.9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p50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p99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 IOPS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hit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C1/S1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3.5 ms → 2.3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19.4 ms → 15.3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25.2 ms → 18.5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43.1 ms → 26.3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-29% [-39, -14]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+3% [-45, +156]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2,225 → 1,519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0.9752 → 0.9791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C3/S1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3.7 ms → 2.6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20.8 ms → 28.8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27.5 ms → 40.6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79.7 ms → 55.2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-32% [-36, -29]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+42% [+14, +64]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1,721 → 1,731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0.9766 → 0.9765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3.6 ms → 2.3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19.5 ms → 17.9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24.6 ms → 23.6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56.9 ms → 29.8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-34% [-37, -30]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+22% [-11, +119]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1,556 → 1,542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0.9790 → 0.9789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15.0 ms → 12.5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22.5 ms → 17.7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54.1 ms → 23.0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115.5 ms → 42.1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-18% [-20, -17]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-55% [-62, -44]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810 → 815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0.9889 → 0.9887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17.3 ms → 12.5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4,284.4 ms → 3,919.9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4,390.9 ms → 4,032.5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4,481.0 ms → 4,126.7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-27% [-29, -25]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-9% [-10, -8]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1,641 → 1,707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0.9745 → 0.9742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C7/S1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3.6 ms → 2.4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19.9 ms → 23.4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24.8 ms → 32.6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56.6 ms → 43.7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-34% [-35, -33]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+30% [+27, +33]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1,638 → 1,647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0.9781 → 0.9778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C7/S4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15.0 ms → 12.1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22.1 ms → 16.1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28.6 ms → 18.6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88.3 ms → 28.4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-19% [-20, -18]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-33% [-36, -29]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521 → 524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0.9960 → 0.9958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A = first arm, B = second arm (v1→v2 / postgres→horizon). C1 = 8 vCore + Same-zone HA, C5 = 16 vCore + Same-zone HA; same dataset, same offered load, same client.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Read as: negative Δ latency = B faster. CIs from 3 repetitions are wide; a CI that excludes 0 is a directional finding, not a precise magnitude.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C1 / S1 @ 5,000/s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8 vCore / Same-zone HA · S1 normal play (65% read)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-28.6%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[-39.4%, -13.5%]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15.3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+11.3%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[-25.2%, +133.0%]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25.2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18.5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+2.8%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[-44.7%, +156.4%]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43.1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26.3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-32.9%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[-79.3%, +108.6%]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2,225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1,519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2,183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3,299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0.9752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0.9791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tps=5000 p99=23.2ms   |   v2: PASS tps=5000 p99=17.8ms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tps=5000 p99=33.5ms   |   v2: PASS tps=5000 p99=18.5ms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tps=5000 p99=25.2ms   |   v2: PASS tps=5000 p99=64.6ms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C1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1_S1_5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C1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1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C3 / S1 @ 5,000/s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8 vCore / No-HA · S1 normal play (65% read)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-32.1%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[-36.2%, -29.2%]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20.8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28.8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+30.2%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[+8.7%, +42.5%]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(worse)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27.5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+41.9%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[+14.2%, +64.1%]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(worse)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79.7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55.2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-44.6%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[-72.2%, +9.8%]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1,721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1,731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2,347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3,095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0.9766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0.9765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tps=5000 p99=28.1ms   |   v2: PASS tps=5000 p99=32.1ms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tps=5000 p99=24.8ms   |   v2: PASS tps=5000 p99=40.6ms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tps=5000 p99=27.5ms   |   v2: PASS tps=5000 p99=41.9ms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C3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3_S1_5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/ S1 @ 5,000/s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S1 normal play (65% read)  |  arms: v1 = Premium SSD v1, v2 = Premium SSD v2 (same-IOPS 5,000)  |  usable pairs 5/5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-34.0%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[-37.5%, -29.8%]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+13.5%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[-11.6%, +80.4%]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24.6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+21.6%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[-11.3%, +118.6%]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56.9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29.8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-65.2%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[-89.1%, +10.8%]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1,556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1,542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2,168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3,236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0.9790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0.9789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tps=5000 p99=23.3ms   |   v2: PASS tps=5000 p99=21.5ms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tps=5000 p99=25.3ms   |   v2: PASS tps=5000 p99=22.2ms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tps=5000 p99=24.2ms   |   v2: PASS tps=5000 p99=94.1ms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4: v1: PASS tps=5000 p99=24.6ms   |   v2: PASS tps=5000 p99=23.6ms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5: v1: PASS tps=5000 p99=29.0ms   |   v2: PASS tps=5000 p99=25.5ms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1_5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/ S2 @ 3,000/s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S2 write-heavy (80% write)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15.0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-17.9%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[-20.0%, -16.7%]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22.5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-22.5%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[-28.6%, -17.4%]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54.1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-55.2%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[-62.5%, -43.7%]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115.5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42.1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-61.7%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[-65.6%, -54.4%]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810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815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2,843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11,929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0.9889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0.9887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tps=3000 p99=56.0ms   |   v2: PASS tps=3000 p99=21.0ms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tps=3000 p99=42.4ms   |   v2: PASS tps=3000 p99=23.9ms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tps=3000 p99=54.1ms   |   v2: PASS tps=3000 p99=23.0ms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2_3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/ S3 @ 2,000/s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S3 login burst: base rate ×3 for 120 s at t+240 s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2,614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2,694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+3.2%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[+2.8%, +3.9%]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-27.0%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[-29.0%, -24.6%]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4,284.4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3,919.9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-8.8%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[-10.2%, -7.9%]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4,390.9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4,032.5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[-10.0%, -7.7%]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4,481.0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4,126.7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[-10.2%, -5.8%]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6.638%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3.800%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-44.3%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[-50.8%, -40.6%]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-13.1%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[-25.0%, +0.0%]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1,641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1,707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2,461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0.9745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0.9742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tps=2598 p99=4464.6ms soft-warn=['G4', 'G5']   |   v2: PASS tps=2701 p99=4020.2ms soft-warn=['G4', 'G5']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tps=2620 p99=4370.4ms soft-warn=['G4', 'G5']   |   v2: PASS tps=2694 p99=4032.5ms soft-warn=['G4', 'G5']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tps=2614 p99=4390.9ms soft-warn=['G4', 'G5']   |   v2: PASS tps=2690 p99=4038.7ms soft-warn=['G4', 'G5']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3_2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C7 / S1 @ 5,000/s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No-HA (HorizonDB keeps replicaCount 1 — minimum allowed) · S1 normal play (65% read)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-33.7%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[-34.7%, -33.1%]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+17.7%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[+16.9%, +18.8%]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(worse)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24.8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32.6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+30.0%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[+26.6%, +32.7%]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(worse)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56.6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43.7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-29.9%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[-46.0%, -19.7%]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1,638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1,647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2,271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3,201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0.9781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0.9778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tps=5000 p99=24.6ms   |   v2: PASS tps=5000 p99=32.6ms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tps=5000 p99=24.8ms   |   v2: PASS tps=5000 p99=32.4ms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tps=5000 p99=26.0ms   |   v2: PASS tps=5000 p99=32.9ms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C7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7_S1_5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C7 / S4 @ 3,000/s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No-HA (HorizonDB keeps replicaCount 1 — minimum allowed) · S4 hotspot: 50% of ops on 1,000 hot accounts (write-heavy mix); G2 soft (hit ratio &gt; 99% by design)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15.0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12.1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-19.2%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[-20.0%, -18.1%]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22.1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16.1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-26.4%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[-27.8%, -24.4%]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28.6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18.6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-33.4%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[-35.9%, -28.9%]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88.3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28.4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-79.1%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[-92.5%, -61.1%]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521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524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2,295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14,426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0.9960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0.9958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tps=3000 p99=28.8ms soft-warn=['G2']   |   v2: PASS tps=3000 p99=18.5ms soft-warn=['G2']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tps=3000 p99=28.6ms soft-warn=['G2']   |   v2: PASS tps=3000 p99=18.6ms soft-warn=['G2']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tps=3000 p99=26.3ms soft-warn=['G2']   |   v2: PASS tps=3000 p99=18.7ms soft-warn=['G2']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C7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7_S4_3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latency percentiles by cell (median of ALL reps incl. gate-failed ones, whiskers = min/max)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log scale; lower is better; use the per-cell tables (gate-passing pairs only) for the estimates</a:t>
            </a:r>
          </a:p>
        </p:txBody>
      </p:sp>
      <p:pic>
        <p:nvPicPr>
          <p:cNvPr id="4" name="Picture 3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400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environment &amp; confound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Australia East; PostgreSQL 17; both public endpoint + TLS from bench VM (D16ds_v5, same region)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291840"/>
                <a:gridCol w="24688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(Flexible Server)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(HorizonDB)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Controlled?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Standard_D8ds_v5 GeneralPurpose (8 vCore / 32 GiB) → C5: D16ds_v5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vCores 8 → C5: 16 (memory not exposed; shared_buffers 45,058 MB observed)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vCores matched only — memory differs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Premium SSD P15 256 GiB (1,100 IOPS baseline, burstable)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HorizonDB managed storage (IOPS not exposed)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not comparable — confound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HA / replica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SameZone HA, no read replica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replicaCount 1 (read-only endpoint exists, unused by workload)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best-effort mapping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shared_buffers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 GB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45,058 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dataset (23 GiB) &lt; HZ cache → G1/G2 soft-fail for HZ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17.10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17.9 (Azure HorizonDB)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list price per vCore-hour differs; see cost note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report cost-normalised metric when billing data is 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overview across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arms: postgres = Flexible Server, horizon = HorizonDB  |  medians of gate-passing repetitions; Δ = geometric-mean paired change of second arm vs first with 95% bootstrap 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704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548640"/>
                <a:gridCol w="1280160"/>
                <a:gridCol w="1280160"/>
                <a:gridCol w="1280160"/>
                <a:gridCol w="1371600"/>
                <a:gridCol w="1280160"/>
                <a:gridCol w="1280160"/>
                <a:gridCol w="1005840"/>
                <a:gridCol w="8229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Rate/s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p50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p95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p99.9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p50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p99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 IOPS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hit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C1/S1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0.7 ms → 0.6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14.2 ms → 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31.9 ms → 4.4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142.5 ms → 9.8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-24% [-25, -24]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-90% [-95, -84]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3,088 →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0.9730 → 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2/5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0.6 ms → 0.5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12.8 ms → 3.3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35.0 ms → 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73.8 ms → 4.3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-17% [-18, -16]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-87% [-93, -75]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1,288 →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0.9883 → 1.0000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2,200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6.1 ms → 2.4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10.7 ms → 3.4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16.8 ms → 3.8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303.6 ms → 4.4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-61% [-62, -59]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-94% [-100, -72]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1,557 →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0.9624 → 1.0000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C7/S1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0.6 ms → 0.5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5.5 ms → 3.3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7.7 ms → 3.7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19.5 ms → 4.3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-15% [-15, -15]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-75% [-94, -46]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1,375 →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0.9874 → 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C7/S1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5,501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C7/S4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3.8 ms → 2.6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7.0 ms → 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20.4 ms → 4.0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48.8 ms → 5.2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-31% [-31, -31]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-77% [-87, -57]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359 →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0.9945 → 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A = first arm, B = second arm (v1→v2 / postgres→horizon). C1 = 8 vCore + Same-zone HA, C5 = 16 vCore + Same-zone HA; same dataset, same offered load, same client.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Read as: negative Δ latency = B faster. CIs from 3 repetitions are wide; a CI that excludes 0 is a directional finding, not a precise magnitude.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C1 / S1 @ 5,500/s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8 vCore / Same-zone HA · S1 normal play (65% read)  |  arms: postgres = Flexible Server, horizon = HorizonDB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-24.5%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[-25.3%, -23.9%]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14.2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-79.0%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[-86.4%, -73.1%]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31.9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-89.8%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[-95.2%, -84.0%]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142.5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9.8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-92.8%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[-96.2%, -85.7%]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3,088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1,490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2,640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0.9730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tps=5500 p99=27.4ms   |   horizon: PASS tps=5500 p99=4.4ms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PASS tps=5500 p99=31.9ms   |   horizon: PASS tps=5500 p99=4.4ms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PASS tps=5500 p99=87.9ms   |   horizon: PASS tps=5500 p99=4.2ms soft-warn=['G1', 'G2']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C1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1_S1_55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C1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1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/ S1 @ 5,500/s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S1 normal play (65% read)  |  arms: postgres = Flexible Server, horizon = HorizonDB  |  usable pairs 2/5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-0.0%]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(worse)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-16.9%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[-17.9%, -15.9%]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12.8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-73.7%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[-78.4%, -68.0%]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35.0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-87.1%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[-93.3%, -75.2%]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73.8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-93.5%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[-96.0%, -89.5%]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1,288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1,156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2,206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0.9883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tps=5500 p99=55.0ms soft-warn=['G1']   |   horizon: PASS tps=5500 p99=3.7ms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EXCLUDED tps=5405 p99=15614.0ms fail=['G1', 'G4', 'G5'] soft-warn=['G1']   |   horizon: PASS tps=5500 p99=3.7ms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EXCLUDED tps=5500 p99=3864.6ms fail=['G1', 'G4'] soft-warn=['G1']   |   horizon: PASS tps=5500 p99=3.7ms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4: postgres: PASS tps=5500 p99=14.9ms soft-warn=['G1']   |   horizon: PASS tps=5500 p99=3.7ms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5: postgres: EXCLUDED tps=5500 p99=1354.8ms fail=['G1', 'G4'] soft-warn=['G1']   |   horizon: PASS tps=5500 p99=3.7ms soft-warn=['G1', 'G2']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1_55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/ S2 @ 3,300/s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S2 write-heavy (80% write)  |  arms: postgres = Flexible Server, horizon = HorizonDB  |  usable pairs 0/3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EXCLUDED tps=3300 p99=371.7ms fail=['G1', 'G2', 'G4'] soft-warn=['G1', 'G2']   |   horizon: PASS tps=3300 p99=4.0ms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EXCLUDED tps=3263 p99=11665.4ms fail=['G1', 'G2', 'G4', 'G5'] soft-warn=['G1', 'G2']   |   horizon: PASS tps=3300 p99=4.0ms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EXCLUDED tps=3194 p99=20299.8ms fail=['G1', 'G2', 'G4', 'G5'] soft-warn=['G1', 'G2']   |   horizon: PASS tps=3300 p99=4.0ms soft-warn=['G1', 'G2']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2_33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/ S3 @ 2,200/s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S3 login burst: base rate ×3 for 120 s at t+240 s  |  arms: postgres = Flexible Server, horizon = HorizonDB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3,080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3,080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6.1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-60.5%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[-62.1%, -58.9%]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10.7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-73.1%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[-83.1%, -63.7%]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16.8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-94.5%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[-99.7%, -71.8%]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303.6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-98.8%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[-99.8%, -93.4%]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1,557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587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0.9624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tps=3080 p99=1450.0ms soft-warn=['G1', 'G4']   |   horizon: PASS tps=3080 p99=3.8ms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PASS tps=3080 p99=16.8ms soft-warn=['G1']   |   horizon: PASS tps=3080 p99=3.8ms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PASS tps=3080 p99=13.5ms soft-warn=['G1']   |   horizon: PASS tps=3080 p99=3.8ms soft-warn=['G1', 'G2']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3_22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/ S1 @ 5,500/s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No-HA (HorizonDB keeps replicaCount 1 — minimum allowed) · S1 normal play (65% read)  |  arms: postgres = Flexible Server, horizon = HorizonDB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-14.9%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[-15.5%, -14.5%]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-39.3%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[-43.5%, -35.4%]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-75.0%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[-94.0%, -46.4%]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-88.4%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[-97.6%, -70.7%]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1,375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1,103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2,064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0.9874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tps=5500 p99=6.9ms soft-warn=['G1']   |   horizon: PASS tps=5500 p99=3.7ms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PASS tps=5500 p99=7.7ms soft-warn=['G1']   |   horizon: PASS tps=5500 p99=3.7ms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PASS tps=5500 p99=62.5ms soft-warn=['G1']   |   horizon: PASS tps=5500 p99=3.7ms soft-warn=['G1', 'G2']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7_S1_55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/ S1 @ 5,501/s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No-HA (HorizonDB keeps replicaCount 1 — minimum allowed) · S1 normal play (65% read)  |  arms: postgres = Flexible Server, horizon = HorizonDB  |  usable pairs 0/3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EXCLUDED tps=3567 p99=35160.1ms fail=['G4', 'G5', 'G7']   |   horizon: PASS tps=5501 p99=3.9ms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EXCLUDED tps=5087 p99=16924.7ms fail=['G4', 'G5']   |   horizon: PASS tps=5501 p99=3.9ms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EXCLUDED tps=5409 p99=8896.5ms fail=['G4', 'G5']   |   horizon: PASS tps=5501 p99=4.0ms soft-warn=['G1', 'G2']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7_S1_5501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/ S4 @ 3,300/s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No-HA (HorizonDB keeps replicaCount 1 — minimum allowed) · S4 hotspot: 50% of ops on 1,000 hot accounts (write-heavy mix); G2 soft (hit ratio &gt; 99% by design)  |  arms: postgres = Flexible Server, horizon = HorizonDB  |  usable pairs 2/3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-31.0%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[-31.3%, -30.8%]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7.0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-48.5%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[-52.5%, -44.0%]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20.4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-76.8%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[-87.5%, -56.9%]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48.8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5.2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-88.1%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[-92.8%, -80.5%]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837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1,642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0.9945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tps=3300 p99=31.6ms soft-warn=['G1', 'G2']   |   horizon: PASS tps=3300 p99=4.0ms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PASS tps=3300 p99=9.2ms soft-warn=['G1', 'G2']   |   horizon: PASS tps=3300 p99=4.0ms soft-warn=['G1', 'G2']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EXCLUDED tps=3300 p99=3463.2ms fail=['G1', 'G2', 'G4'] soft-warn=['G1', 'G2']   |   horizon: PASS tps=3300 p99=4.0ms soft-warn=['G1', 'G2']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7_S4_33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latency percentiles by cell (median of ALL reps incl. gate-failed ones, whiskers = min/max)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log scale; lower is better; use the per-cell tables (gate-passing pairs only) for the estimates</a:t>
            </a:r>
          </a:p>
        </p:txBody>
      </p:sp>
      <p:pic>
        <p:nvPicPr>
          <p:cNvPr id="4" name="Picture 3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400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Cases run: C1 (8 vCore/HA), C5 (16 vCore/HA), C7 (16 vCore/No-HA); scenarios S1 (C1: 3 reps, C5: 5 reps, C7: 3 reps), S2 and S3 at C5 (3 reps). Not run: C3 and the read-replica cases C2/C4/C6/C8 (client replica routing not implemented/validated in this time box). HorizonDB cannot be configured with 0 replicas (API minimum 1), so 'No-HA' has no exact HorizonDB counterpart.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S3 (login burst ×3): MySQL arms could not absorb 6,000/s bursts (queue overflow, 4–7% dropped arrivals → G5 fail on both; reported as burst behaviour, not excluded from the burst slide). PG/HorizonDB absorbed the 6,600/s burst with 0 drops.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Exp B confounds that cannot be removed on the platform: compute generation (v5 vs v6) and innodb_doublewrite (OFF vs ON). Effects should be read as 'SSD v1 product configuration vs SSD v2 product configuration'.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Exp A: HorizonDB exposes far more cache than the Flexible Server SKU with the same vCores; the dataset would need to exceed ~90 GiB to make HorizonDB storage-bound. HorizonDB storage IOPS/memory are not exposed by the preview API.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Buffer pool was pinned to 8 GiB on MySQL to make the storage tier observable within budget; production defaults (48 GiB) would keep more of a 24 GiB dataset in memory.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Same-IOPS cell only (5,000 IOPS on both). The 'as-provisioned' cell (v1 default free IOPS) was not run.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Cost: actual billing not yet available; cost-normalised comparisons to be added when Cost Management ingests usage.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All raw run JSON (client histograms, per-second series, server status series, Azure Monitor slices, gate verdicts) is in results/; analysis is reproducible with scripts/analyze.py.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