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Azure Database Benchmark — Game OLTP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Exp B: MySQL Flexible Server Premium SSD v1 vs v2   |   Exp A: PostgreSQL Flexible Server vs HorizonDB
Gate-validated open-loop measurements · 2026-08-17 UTC · Euson Internal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what was measured, what passed validation,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C1 @ 5,000/s: v2 vs v1 p99 +2.8% (CI [-44.7%, +156.4%]), p50 -28.6%;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C1 @ 5,500/s: HorizonDB vs PG p99 -89.8% (CI [-95.2%, -84.0%]);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All reported numbers come only from runs that passed the hard validity gates (dataset ≥ 2× buffer pool, physical reads &gt; 0, client CPU &lt; 60%, errors &lt; 1%, steady state, server metrics aligned to the UTC window).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3 repetitions per cell (protocol baseline is 5) — CIs are wide; treat effects as directional unless the CI excludes 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A: HorizonDB's buffer cache (45 GB) exceeds the dataset — G1/G2 are soft-failed for HorizonDB and the comparison is 'storage-bound PG vs cache-resident HorizonDB' at the same offered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Method — how validity was enforced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traditional load-testing protocol + automated gates; pilots/smoke never appear in result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Workload: game OLTP schema (accounts/inventory/sessions/ledger/matches/leaderboard/guilds), random incompressible payloads; S1 mix = 65% read / 35% write (profile 30, inventory 20, leaderboard 10, guild 5, session upsert 10, inventory update 12, match result 8, purchase 5).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Key model: 20% of ops on a 50k-account hot set, 80% uniform over 2.5M accounts (top-1 key share ≈ 0.0004%).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Load: closed-loop staircase finds the knee → open-loop Poisson-ish arrivals at ≈65% of the lower arm's knee; latency measured from scheduled arrival (no coordinated omission); HDR histogram (µs); errors counted separately.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Concurrency: 256 dedicated connections per arm; queue pickup delay p99 gated &lt; 5 ms (no pool wait).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Warm-up until last-120 s throughput CV &lt; 5%, then 10-minute measurement; both arms run in the same wall-clock window; 3 repetitions.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Server evidence inside every run: SHOW GLOBAL STATUS / pg_stat_* every 5 s → read/write IOPS, buffer hit ratio; Azure Monitor sliced to the run window; Telegraf→InfluxDB→Grafana for live view.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Statistics: paired log-ratio per repetition → geometric-mean Δ%, seeded bootstrap 95% CI, per-arm CV; gate-failed runs excluded and listed.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6634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≥ 2× buffer pool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read IOPS &gt; 0 and hit ratio &lt; 99%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client CPU &lt; 60%, NIC &lt; 50% (measured)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queue pickup p99 &lt; 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errors &lt; 1%, timeouts &lt; 0.5%, drops &lt; 0.1%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≥3 server samples, 0 errors, UTC-aligned; Azure Monitor non-empty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steady state CV &lt; 5% before measuring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app invariants (ledger = spent, no negatives)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 95% of planned duration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MySQL Flexible Server 8.4.9, Korea Central, Same-zone HA, storage 128 GiB, both arms 5,000 provisioned IOPS (same-IOPS cell)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108960"/>
                <a:gridCol w="28346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(Premium SSD v1)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(Premium SSD v2)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Standard_E8ds_v5 (8 vCore / 64 GiB) → C5: E16ds_v5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Standard_E8ds_v6 (8 vCore / 64 GiB) → C5: E16ds_v6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Generation differs (platform forces v6 for SSD v2) — confound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Premium_LRS 128 GiB, 5,000 IOPS (paid additional IOPS)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PremiumV2_LRS 128 GiB, 5,000 IOPS / 125 MB/s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IOPS matched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innodb_buffer_pool_size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 (pre-registered; default would be 48 GiB)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innodb_doublewrite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OFF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ON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cannot control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24.4 GiB (3.05×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23.7 GiB (2.96×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 generator/seed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zone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public endpoint + TLS from bench VM (D16ds_v5, same region)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v1 = Premium SSD v1, v2 = Premium SSD v2 (same-IOPS 5,000)  |  usable pairs 3/3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[-39.4%, -13.5%]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+11.3%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[-25.2%, +133.0%]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25.2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18.5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+2.8%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[-44.7%, +156.4%]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43.1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26.3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[-79.3%, +108.6%]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2,225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1,519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2,183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0.9752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0.9791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p99=23.2ms   |   v2: PASS tps=5000 p99=17.8ms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p99=33.5ms   |   v2: PASS tps=5000 p99=18.5ms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p99=25.2ms   |   v2: PASS tps=5000 p99=64.6ms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latency percentiles by cell (median of reps,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689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Australia East; PostgreSQL 17; both public endpoint + TLS from bench VM (D16ds_v5, same region)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2918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(Flexible Server)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(HorizonDB)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Standard_D8ds_v5 GeneralPurpose (8 vCore / 32 GiB) → C5: D16ds_v5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8 → C5: 16 (memory not exposed; shared_buffers 45,058 MB observed)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matched only — memory differs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 SSD P15 256 GiB (1,100 IOPS baseline, burstable)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HorizonDB managed storage (IOPS not exposed)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not comparable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HA, no read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replicaCount 1 (read-only endpoint exists, unused by workload)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best-effort mapping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shared_buffers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45,058 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(23 GiB) &lt; HZ cache → G1/G2 soft-fail for HZ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17.9 (Azure HorizonDB)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list price per vCore-hour differs; see cost note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report cost-normalised metric when billing data is available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postgres = Flexible Server, horizon = HorizonDB  |  usable pairs 3/3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-24.5%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[-25.3%, -23.9%]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-79.0%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[-86.4%, -73.1%]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31.9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-89.8%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[-95.2%, -84.0%]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142.5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-92.8%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[-96.2%, -85.7%]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3,088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1,490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2,640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0.9730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p99=27.4ms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tps=5500 p99=31.9ms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PASS tps=5500 p99=87.9ms   |   horizon: PASS tps=5500 p99=4.2ms soft-warn=['G1', 'G2']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latency percentiles by cell (median of reps,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689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Only C1 (8 vCore / Same-zone HA / no replica) and C5 (16 vCore) were run, scenario S1, 3 repetitions each (time-boxed to ~7 h). Protocol baseline is 5 reps and 4 scenarios; C2/C3/C4/C6/C7/C8 pending.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B confounds that cannot be removed on the platform: compute generation (v5 vs v6) and innodb_doublewrite (OFF vs ON). Effects should be read as 'SSD v1 product configuration vs SSD v2 product configuration'.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A: HorizonDB exposes far more cache than the Flexible Server SKU with the same vCores; the dataset would need to exceed ~90 GiB to make HorizonDB storage-bound. HorizonDB storage IOPS/memory are not exposed by the preview API.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Buffer pool was pinned to 8 GiB on MySQL to make the storage tier observable within budget; production defaults (48 GiB) would keep more of a 24 GiB dataset in memory.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Same-IOPS cell only (5,000 IOPS on both). The 'as-provisioned' cell (v1 default free IOPS) was not run.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Cost: actual billing not yet available; cost-normalised comparisons to be added when Cost Management ingests usage.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All raw run JSON (client histograms, per-second series, server status series, Azure Monitor slices, gate verdicts) is in results/; analysis is reproducible with scripts/analyze.py.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